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623/CanteenContro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A3D88-777D-8A74-9B39-764E54E261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Управление столовой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29C5F0-07E1-0CD9-E3E3-CC773CA4F7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Команда</a:t>
            </a:r>
            <a:r>
              <a:rPr lang="en-US" dirty="0"/>
              <a:t>: </a:t>
            </a:r>
            <a:r>
              <a:rPr lang="ru-RU" dirty="0"/>
              <a:t>Кабанов Сергей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1321441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C06A8-42A0-796C-88F4-5A58CB7B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Программные средства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B9D6B-63D2-FE20-CA09-F6A4C9F2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Основной язык</a:t>
            </a:r>
            <a:r>
              <a:rPr lang="en-US" dirty="0"/>
              <a:t>: Python, </a:t>
            </a:r>
            <a:r>
              <a:rPr lang="ru-RU" dirty="0"/>
              <a:t>популярный и лёгкий в использовании</a:t>
            </a:r>
          </a:p>
          <a:p>
            <a:r>
              <a:rPr lang="ru-RU" dirty="0"/>
              <a:t>Библиотеки</a:t>
            </a:r>
            <a:r>
              <a:rPr lang="en-US" dirty="0"/>
              <a:t>:</a:t>
            </a:r>
            <a:endParaRPr lang="ru-RU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Flask – </a:t>
            </a:r>
            <a:r>
              <a:rPr lang="ru-RU" dirty="0"/>
              <a:t>гибкий и лёгкий веб-фреймворк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Flask-WTF – </a:t>
            </a:r>
            <a:r>
              <a:rPr lang="ru-RU" dirty="0"/>
              <a:t>для удобного создания форм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err="1"/>
              <a:t>SQLAlchemy</a:t>
            </a:r>
            <a:r>
              <a:rPr lang="en-US" dirty="0"/>
              <a:t> – </a:t>
            </a:r>
            <a:r>
              <a:rPr lang="ru-RU" dirty="0"/>
              <a:t>для удобной работы с базой данных через </a:t>
            </a:r>
            <a:r>
              <a:rPr lang="en-US" dirty="0"/>
              <a:t>Python </a:t>
            </a:r>
            <a:r>
              <a:rPr lang="ru-RU" dirty="0"/>
              <a:t>код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Bokeh – </a:t>
            </a:r>
            <a:r>
              <a:rPr lang="ru-RU" dirty="0"/>
              <a:t>для отображения масштабируемых графиков</a:t>
            </a:r>
          </a:p>
          <a:p>
            <a:pPr marL="53035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9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C7D8F9-D905-C337-300A-FA97CBF6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сайта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EBE2FE4-6CF8-6538-EB0D-4DF86DCA3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683" y="2171700"/>
            <a:ext cx="10575422" cy="3246954"/>
          </a:xfrm>
        </p:spPr>
      </p:pic>
    </p:spTree>
    <p:extLst>
      <p:ext uri="{BB962C8B-B14F-4D97-AF65-F5344CB8AC3E}">
        <p14:creationId xmlns:p14="http://schemas.microsoft.com/office/powerpoint/2010/main" val="2905717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31EE3-1EB3-596E-B161-B3E4C846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работы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11191BD-E58E-D92C-C3D1-2A8B8962B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55" y="1691711"/>
            <a:ext cx="4480489" cy="4480489"/>
          </a:xfrm>
        </p:spPr>
      </p:pic>
    </p:spTree>
    <p:extLst>
      <p:ext uri="{BB962C8B-B14F-4D97-AF65-F5344CB8AC3E}">
        <p14:creationId xmlns:p14="http://schemas.microsoft.com/office/powerpoint/2010/main" val="262429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8CC54-13B1-EC3C-D562-FB162E17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5FD322-AC9E-2883-36CD-8FB2BCB4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СУБД я выбрал </a:t>
            </a:r>
            <a:r>
              <a:rPr lang="en-US" dirty="0"/>
              <a:t>SQLite</a:t>
            </a:r>
            <a:r>
              <a:rPr lang="ru-RU" dirty="0"/>
              <a:t>. Это очень лёгкая база данных</a:t>
            </a:r>
            <a:r>
              <a:rPr lang="en-US" dirty="0"/>
              <a:t>,</a:t>
            </a:r>
            <a:r>
              <a:rPr lang="ru-RU" dirty="0"/>
              <a:t> не требующая много приготовлений.</a:t>
            </a:r>
          </a:p>
        </p:txBody>
      </p:sp>
    </p:spTree>
    <p:extLst>
      <p:ext uri="{BB962C8B-B14F-4D97-AF65-F5344CB8AC3E}">
        <p14:creationId xmlns:p14="http://schemas.microsoft.com/office/powerpoint/2010/main" val="394825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96565-4B36-5E49-F8F7-AC9FFE2A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FEB2BFB-4549-49D1-3A68-598AAC686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929" y="1606610"/>
            <a:ext cx="6606142" cy="4730809"/>
          </a:xfrm>
        </p:spPr>
      </p:pic>
    </p:spTree>
    <p:extLst>
      <p:ext uri="{BB962C8B-B14F-4D97-AF65-F5344CB8AC3E}">
        <p14:creationId xmlns:p14="http://schemas.microsoft.com/office/powerpoint/2010/main" val="323083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908E7-27B7-E105-DF89-9BC4FBF93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репозиторий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ACEC3E-CE7C-4741-BDDC-E4EAC9E04C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https://github.com/Se623/CanteenControl</a:t>
            </a:r>
            <a:endParaRPr lang="en-US" dirty="0"/>
          </a:p>
          <a:p>
            <a:r>
              <a:rPr lang="en-US" dirty="0"/>
              <a:t>(</a:t>
            </a:r>
            <a:r>
              <a:rPr lang="ru-RU" dirty="0"/>
              <a:t>Видео может быть ещё на этапе модерации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746819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161</TotalTime>
  <Words>95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Franklin Gothic Book</vt:lpstr>
      <vt:lpstr>Wingdings</vt:lpstr>
      <vt:lpstr>Уголки</vt:lpstr>
      <vt:lpstr>Управление столовой</vt:lpstr>
      <vt:lpstr>Программные средства</vt:lpstr>
      <vt:lpstr>Схема сайта</vt:lpstr>
      <vt:lpstr>Блок-схема работы</vt:lpstr>
      <vt:lpstr>База данных</vt:lpstr>
      <vt:lpstr>Схема базы данных</vt:lpstr>
      <vt:lpstr>репозиторий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Кабанов</dc:creator>
  <cp:lastModifiedBy>Сергей Кабанов</cp:lastModifiedBy>
  <cp:revision>3</cp:revision>
  <dcterms:created xsi:type="dcterms:W3CDTF">2026-02-06T20:50:42Z</dcterms:created>
  <dcterms:modified xsi:type="dcterms:W3CDTF">2026-02-09T15:41:01Z</dcterms:modified>
</cp:coreProperties>
</file>